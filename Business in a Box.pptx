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15" r:id="rId5"/>
    <p:sldId id="383" r:id="rId6"/>
    <p:sldId id="527" r:id="rId7"/>
    <p:sldId id="526" r:id="rId8"/>
    <p:sldId id="525" r:id="rId9"/>
    <p:sldId id="256" r:id="rId10"/>
    <p:sldId id="31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500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37EFB-B6D6-482B-9813-17680FF691AC}" v="7" dt="2026-07-12T12:14:17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Marfa" userId="f70b42779491f0e6" providerId="LiveId" clId="{1E49591B-8552-400F-8113-3A265BB361A5}"/>
    <pc:docChg chg="custSel addSld delSld modSld sldOrd">
      <pc:chgData name="Antonio Marfa" userId="f70b42779491f0e6" providerId="LiveId" clId="{1E49591B-8552-400F-8113-3A265BB361A5}" dt="2026-07-15T14:04:40.147" v="146" actId="1035"/>
      <pc:docMkLst>
        <pc:docMk/>
      </pc:docMkLst>
      <pc:sldChg chg="modSp mod">
        <pc:chgData name="Antonio Marfa" userId="f70b42779491f0e6" providerId="LiveId" clId="{1E49591B-8552-400F-8113-3A265BB361A5}" dt="2026-07-12T12:12:18.077" v="42" actId="20577"/>
        <pc:sldMkLst>
          <pc:docMk/>
          <pc:sldMk cId="1455807357" sldId="315"/>
        </pc:sldMkLst>
        <pc:spChg chg="mod">
          <ac:chgData name="Antonio Marfa" userId="f70b42779491f0e6" providerId="LiveId" clId="{1E49591B-8552-400F-8113-3A265BB361A5}" dt="2026-07-12T12:12:18.077" v="42" actId="20577"/>
          <ac:spMkLst>
            <pc:docMk/>
            <pc:sldMk cId="1455807357" sldId="315"/>
            <ac:spMk id="2" creationId="{CFE75451-6A4B-484B-9ED1-353CCE25B0F4}"/>
          </ac:spMkLst>
        </pc:spChg>
      </pc:sldChg>
      <pc:sldChg chg="addSp delSp modSp add mod delAnim">
        <pc:chgData name="Antonio Marfa" userId="f70b42779491f0e6" providerId="LiveId" clId="{1E49591B-8552-400F-8113-3A265BB361A5}" dt="2026-07-15T14:04:40.147" v="146" actId="1035"/>
        <pc:sldMkLst>
          <pc:docMk/>
          <pc:sldMk cId="3188830661" sldId="383"/>
        </pc:sldMkLst>
        <pc:spChg chg="add del mod">
          <ac:chgData name="Antonio Marfa" userId="f70b42779491f0e6" providerId="LiveId" clId="{1E49591B-8552-400F-8113-3A265BB361A5}" dt="2026-07-15T13:56:39.131" v="76" actId="478"/>
          <ac:spMkLst>
            <pc:docMk/>
            <pc:sldMk cId="3188830661" sldId="383"/>
            <ac:spMk id="2" creationId="{8A09D9B5-67F3-5A52-E819-5831BD1C821D}"/>
          </ac:spMkLst>
        </pc:spChg>
        <pc:spChg chg="add mod">
          <ac:chgData name="Antonio Marfa" userId="f70b42779491f0e6" providerId="LiveId" clId="{1E49591B-8552-400F-8113-3A265BB361A5}" dt="2026-07-15T13:58:45.403" v="120" actId="14100"/>
          <ac:spMkLst>
            <pc:docMk/>
            <pc:sldMk cId="3188830661" sldId="383"/>
            <ac:spMk id="3" creationId="{A0D91099-41B6-B055-6546-4CF656827DCA}"/>
          </ac:spMkLst>
        </pc:spChg>
        <pc:spChg chg="add mod">
          <ac:chgData name="Antonio Marfa" userId="f70b42779491f0e6" providerId="LiveId" clId="{1E49591B-8552-400F-8113-3A265BB361A5}" dt="2026-07-15T14:04:40.147" v="146" actId="1035"/>
          <ac:spMkLst>
            <pc:docMk/>
            <pc:sldMk cId="3188830661" sldId="383"/>
            <ac:spMk id="5" creationId="{9F24B490-CD06-4175-ECAA-906BCCAD863A}"/>
          </ac:spMkLst>
        </pc:spChg>
        <pc:spChg chg="del">
          <ac:chgData name="Antonio Marfa" userId="f70b42779491f0e6" providerId="LiveId" clId="{1E49591B-8552-400F-8113-3A265BB361A5}" dt="2026-07-15T13:58:17.481" v="118" actId="478"/>
          <ac:spMkLst>
            <pc:docMk/>
            <pc:sldMk cId="3188830661" sldId="383"/>
            <ac:spMk id="16" creationId="{00000000-0000-0000-0000-000000000000}"/>
          </ac:spMkLst>
        </pc:spChg>
        <pc:spChg chg="del">
          <ac:chgData name="Antonio Marfa" userId="f70b42779491f0e6" providerId="LiveId" clId="{1E49591B-8552-400F-8113-3A265BB361A5}" dt="2026-07-15T13:46:54.012" v="54" actId="478"/>
          <ac:spMkLst>
            <pc:docMk/>
            <pc:sldMk cId="3188830661" sldId="383"/>
            <ac:spMk id="19" creationId="{00000000-0000-0000-0000-000000000000}"/>
          </ac:spMkLst>
        </pc:spChg>
        <pc:spChg chg="del">
          <ac:chgData name="Antonio Marfa" userId="f70b42779491f0e6" providerId="LiveId" clId="{1E49591B-8552-400F-8113-3A265BB361A5}" dt="2026-07-15T13:46:59.650" v="55" actId="478"/>
          <ac:spMkLst>
            <pc:docMk/>
            <pc:sldMk cId="3188830661" sldId="383"/>
            <ac:spMk id="22" creationId="{00000000-0000-0000-0000-000000000000}"/>
          </ac:spMkLst>
        </pc:spChg>
        <pc:spChg chg="del">
          <ac:chgData name="Antonio Marfa" userId="f70b42779491f0e6" providerId="LiveId" clId="{1E49591B-8552-400F-8113-3A265BB361A5}" dt="2026-07-15T13:58:23.908" v="119" actId="478"/>
          <ac:spMkLst>
            <pc:docMk/>
            <pc:sldMk cId="3188830661" sldId="383"/>
            <ac:spMk id="24" creationId="{00000000-0000-0000-0000-000000000000}"/>
          </ac:spMkLst>
        </pc:spChg>
        <pc:spChg chg="del">
          <ac:chgData name="Antonio Marfa" userId="f70b42779491f0e6" providerId="LiveId" clId="{1E49591B-8552-400F-8113-3A265BB361A5}" dt="2026-07-15T13:58:23.908" v="119" actId="478"/>
          <ac:spMkLst>
            <pc:docMk/>
            <pc:sldMk cId="3188830661" sldId="383"/>
            <ac:spMk id="25" creationId="{00000000-0000-0000-0000-000000000000}"/>
          </ac:spMkLst>
        </pc:spChg>
        <pc:spChg chg="del">
          <ac:chgData name="Antonio Marfa" userId="f70b42779491f0e6" providerId="LiveId" clId="{1E49591B-8552-400F-8113-3A265BB361A5}" dt="2026-07-15T13:47:57.827" v="62" actId="478"/>
          <ac:spMkLst>
            <pc:docMk/>
            <pc:sldMk cId="3188830661" sldId="383"/>
            <ac:spMk id="26" creationId="{00000000-0000-0000-0000-000000000000}"/>
          </ac:spMkLst>
        </pc:spChg>
        <pc:spChg chg="del">
          <ac:chgData name="Antonio Marfa" userId="f70b42779491f0e6" providerId="LiveId" clId="{1E49591B-8552-400F-8113-3A265BB361A5}" dt="2026-07-15T13:47:42.777" v="61" actId="478"/>
          <ac:spMkLst>
            <pc:docMk/>
            <pc:sldMk cId="3188830661" sldId="383"/>
            <ac:spMk id="27" creationId="{00000000-0000-0000-0000-000000000000}"/>
          </ac:spMkLst>
        </pc:spChg>
        <pc:grpChg chg="del">
          <ac:chgData name="Antonio Marfa" userId="f70b42779491f0e6" providerId="LiveId" clId="{1E49591B-8552-400F-8113-3A265BB361A5}" dt="2026-07-15T13:47:29.563" v="59" actId="478"/>
          <ac:grpSpMkLst>
            <pc:docMk/>
            <pc:sldMk cId="3188830661" sldId="383"/>
            <ac:grpSpMk id="34" creationId="{00000000-0000-0000-0000-000000000000}"/>
          </ac:grpSpMkLst>
        </pc:grpChg>
        <pc:grpChg chg="del">
          <ac:chgData name="Antonio Marfa" userId="f70b42779491f0e6" providerId="LiveId" clId="{1E49591B-8552-400F-8113-3A265BB361A5}" dt="2026-07-15T13:47:34.186" v="60" actId="478"/>
          <ac:grpSpMkLst>
            <pc:docMk/>
            <pc:sldMk cId="3188830661" sldId="383"/>
            <ac:grpSpMk id="38" creationId="{00000000-0000-0000-0000-000000000000}"/>
          </ac:grpSpMkLst>
        </pc:grpChg>
        <pc:grpChg chg="del">
          <ac:chgData name="Antonio Marfa" userId="f70b42779491f0e6" providerId="LiveId" clId="{1E49591B-8552-400F-8113-3A265BB361A5}" dt="2026-07-15T13:47:20.277" v="58" actId="478"/>
          <ac:grpSpMkLst>
            <pc:docMk/>
            <pc:sldMk cId="3188830661" sldId="383"/>
            <ac:grpSpMk id="43" creationId="{00000000-0000-0000-0000-000000000000}"/>
          </ac:grpSpMkLst>
        </pc:grpChg>
        <pc:graphicFrameChg chg="del">
          <ac:chgData name="Antonio Marfa" userId="f70b42779491f0e6" providerId="LiveId" clId="{1E49591B-8552-400F-8113-3A265BB361A5}" dt="2026-07-15T13:47:05.158" v="56" actId="478"/>
          <ac:graphicFrameMkLst>
            <pc:docMk/>
            <pc:sldMk cId="3188830661" sldId="383"/>
            <ac:graphicFrameMk id="17" creationId="{00000000-0000-0000-0000-000000000000}"/>
          </ac:graphicFrameMkLst>
        </pc:graphicFrameChg>
        <pc:picChg chg="add mod">
          <ac:chgData name="Antonio Marfa" userId="f70b42779491f0e6" providerId="LiveId" clId="{1E49591B-8552-400F-8113-3A265BB361A5}" dt="2026-07-15T14:02:56.535" v="123" actId="1076"/>
          <ac:picMkLst>
            <pc:docMk/>
            <pc:sldMk cId="3188830661" sldId="383"/>
            <ac:picMk id="4" creationId="{92EF8E10-71CA-FDEB-8166-5E62CBCD93FD}"/>
          </ac:picMkLst>
        </pc:picChg>
        <pc:picChg chg="del">
          <ac:chgData name="Antonio Marfa" userId="f70b42779491f0e6" providerId="LiveId" clId="{1E49591B-8552-400F-8113-3A265BB361A5}" dt="2026-07-15T13:47:10.802" v="57" actId="478"/>
          <ac:picMkLst>
            <pc:docMk/>
            <pc:sldMk cId="3188830661" sldId="383"/>
            <ac:picMk id="9" creationId="{00000000-0000-0000-0000-000000000000}"/>
          </ac:picMkLst>
        </pc:picChg>
        <pc:picChg chg="del">
          <ac:chgData name="Antonio Marfa" userId="f70b42779491f0e6" providerId="LiveId" clId="{1E49591B-8552-400F-8113-3A265BB361A5}" dt="2026-07-15T13:48:10.697" v="63" actId="478"/>
          <ac:picMkLst>
            <pc:docMk/>
            <pc:sldMk cId="3188830661" sldId="383"/>
            <ac:picMk id="14" creationId="{00000000-0000-0000-0000-000000000000}"/>
          </ac:picMkLst>
        </pc:picChg>
        <pc:picChg chg="del">
          <ac:chgData name="Antonio Marfa" userId="f70b42779491f0e6" providerId="LiveId" clId="{1E49591B-8552-400F-8113-3A265BB361A5}" dt="2026-07-15T13:58:23.908" v="119" actId="478"/>
          <ac:picMkLst>
            <pc:docMk/>
            <pc:sldMk cId="3188830661" sldId="383"/>
            <ac:picMk id="15" creationId="{00000000-0000-0000-0000-000000000000}"/>
          </ac:picMkLst>
        </pc:picChg>
      </pc:sldChg>
      <pc:sldChg chg="add">
        <pc:chgData name="Antonio Marfa" userId="f70b42779491f0e6" providerId="LiveId" clId="{1E49591B-8552-400F-8113-3A265BB361A5}" dt="2026-07-12T12:14:17.399" v="50"/>
        <pc:sldMkLst>
          <pc:docMk/>
          <pc:sldMk cId="2745533916" sldId="525"/>
        </pc:sldMkLst>
      </pc:sldChg>
      <pc:sldChg chg="add">
        <pc:chgData name="Antonio Marfa" userId="f70b42779491f0e6" providerId="LiveId" clId="{1E49591B-8552-400F-8113-3A265BB361A5}" dt="2026-07-15T13:46:39.938" v="53" actId="2890"/>
        <pc:sldMkLst>
          <pc:docMk/>
          <pc:sldMk cId="3816107596" sldId="526"/>
        </pc:sldMkLst>
      </pc:sldChg>
      <pc:sldChg chg="add">
        <pc:chgData name="Antonio Marfa" userId="f70b42779491f0e6" providerId="LiveId" clId="{1E49591B-8552-400F-8113-3A265BB361A5}" dt="2026-07-15T14:02:27.443" v="121" actId="2890"/>
        <pc:sldMkLst>
          <pc:docMk/>
          <pc:sldMk cId="3666196004" sldId="52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 expect us to make measureable</a:t>
            </a:r>
            <a:r>
              <a:rPr lang="en-US" baseline="0" dirty="0"/>
              <a:t> progress in reasonable time.</a:t>
            </a:r>
          </a:p>
          <a:p>
            <a:r>
              <a:rPr lang="en-US" baseline="0" dirty="0"/>
              <a:t>Success is a numbers game.</a:t>
            </a:r>
          </a:p>
          <a:p>
            <a:r>
              <a:rPr lang="en-US" baseline="0" dirty="0"/>
              <a:t>We demand it of our children.</a:t>
            </a:r>
          </a:p>
          <a:p>
            <a:r>
              <a:rPr lang="en-US" baseline="0" dirty="0"/>
              <a:t>One of the most motivating factor </a:t>
            </a:r>
            <a:r>
              <a:rPr lang="en-US" baseline="0"/>
              <a:t>is progress.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DDF05F-A8E7-48C0-8C0E-307730F63A8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6950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EB2BF-0E8B-6F79-2474-51BFABA72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1FD41-AB0F-5AE6-0AB5-5C71EBEBB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169EB-E716-88E3-42A5-C15E30921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 expect us to make measureable</a:t>
            </a:r>
            <a:r>
              <a:rPr lang="en-US" baseline="0" dirty="0"/>
              <a:t> progress in reasonable time.</a:t>
            </a:r>
          </a:p>
          <a:p>
            <a:r>
              <a:rPr lang="en-US" baseline="0" dirty="0"/>
              <a:t>Success is a numbers game.</a:t>
            </a:r>
          </a:p>
          <a:p>
            <a:r>
              <a:rPr lang="en-US" baseline="0" dirty="0"/>
              <a:t>We demand it of our children.</a:t>
            </a:r>
          </a:p>
          <a:p>
            <a:r>
              <a:rPr lang="en-US" baseline="0" dirty="0"/>
              <a:t>One of the most motivating factor </a:t>
            </a:r>
            <a:r>
              <a:rPr lang="en-US" baseline="0"/>
              <a:t>is progress.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5DEED-0A53-08FD-71BE-19AB665A52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DDF05F-A8E7-48C0-8C0E-307730F63A8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100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FB562-8CAB-AEC0-6D8C-F5AAE7E2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AA9C9-D63A-B883-4C9B-FD9EC669B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DF907-6AB9-5CDD-7D18-1B2C38C20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 expect us to make measureable</a:t>
            </a:r>
            <a:r>
              <a:rPr lang="en-US" baseline="0" dirty="0"/>
              <a:t> progress in reasonable time.</a:t>
            </a:r>
          </a:p>
          <a:p>
            <a:r>
              <a:rPr lang="en-US" baseline="0" dirty="0"/>
              <a:t>Success is a numbers game.</a:t>
            </a:r>
          </a:p>
          <a:p>
            <a:r>
              <a:rPr lang="en-US" baseline="0" dirty="0"/>
              <a:t>We demand it of our children.</a:t>
            </a:r>
          </a:p>
          <a:p>
            <a:r>
              <a:rPr lang="en-US" baseline="0" dirty="0"/>
              <a:t>One of the most motivating factor </a:t>
            </a:r>
            <a:r>
              <a:rPr lang="en-US" baseline="0"/>
              <a:t>is progress.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C0EF9-6BFD-948C-CF6F-EE1639FF3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DDF05F-A8E7-48C0-8C0E-307730F63A8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0360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 expect us to make measureable</a:t>
            </a:r>
            <a:r>
              <a:rPr lang="en-US" baseline="0" dirty="0"/>
              <a:t> progress in reasonable time.</a:t>
            </a:r>
          </a:p>
          <a:p>
            <a:r>
              <a:rPr lang="en-US" baseline="0" dirty="0"/>
              <a:t>Success is a numbers game.</a:t>
            </a:r>
          </a:p>
          <a:p>
            <a:r>
              <a:rPr lang="en-US" baseline="0" dirty="0"/>
              <a:t>We demand it of our children.</a:t>
            </a:r>
          </a:p>
          <a:p>
            <a:r>
              <a:rPr lang="en-US" baseline="0" dirty="0"/>
              <a:t>One of the most motivating factor </a:t>
            </a:r>
            <a:r>
              <a:rPr lang="en-US" baseline="0"/>
              <a:t>is progress.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DDF05F-A8E7-48C0-8C0E-307730F63A8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109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27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  <p:sldLayoutId id="214748367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3228" y="1363204"/>
            <a:ext cx="9279316" cy="3200400"/>
          </a:xfrm>
        </p:spPr>
        <p:txBody>
          <a:bodyPr anchor="ctr"/>
          <a:lstStyle/>
          <a:p>
            <a:pPr algn="ctr"/>
            <a:r>
              <a:rPr lang="en-US" sz="9600" b="1" dirty="0">
                <a:solidFill>
                  <a:srgbClr val="0070C0"/>
                </a:solidFill>
                <a:highlight>
                  <a:srgbClr val="FFFF0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Business in a Box</a:t>
            </a:r>
          </a:p>
        </p:txBody>
      </p:sp>
    </p:spTree>
    <p:extLst>
      <p:ext uri="{BB962C8B-B14F-4D97-AF65-F5344CB8AC3E}">
        <p14:creationId xmlns:p14="http://schemas.microsoft.com/office/powerpoint/2010/main" val="145580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4128069"/>
            <a:ext cx="5472608" cy="148447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1384" y="5373217"/>
            <a:ext cx="5256584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Business in a Box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D91099-41B6-B055-6546-4CF656827DCA}"/>
              </a:ext>
            </a:extLst>
          </p:cNvPr>
          <p:cNvSpPr/>
          <p:nvPr/>
        </p:nvSpPr>
        <p:spPr>
          <a:xfrm>
            <a:off x="1647825" y="2219326"/>
            <a:ext cx="3009900" cy="196215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EF8E10-71CA-FDEB-8166-5E62CBCD9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026" y="800532"/>
            <a:ext cx="5019675" cy="48958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4B490-CD06-4175-ECAA-906BCCAD863A}"/>
              </a:ext>
            </a:extLst>
          </p:cNvPr>
          <p:cNvSpPr/>
          <p:nvPr/>
        </p:nvSpPr>
        <p:spPr>
          <a:xfrm>
            <a:off x="6530009" y="3021494"/>
            <a:ext cx="4611756" cy="2663687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C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83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B8AD-1D5F-5B7E-B5C0-B8E9A12D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51510FB-B675-E164-0E8D-FF9B2B572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4128069"/>
            <a:ext cx="5472608" cy="148447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9C38018-7A41-41CB-BAD6-F8B4EB05CB2D}"/>
              </a:ext>
            </a:extLst>
          </p:cNvPr>
          <p:cNvSpPr txBox="1"/>
          <p:nvPr/>
        </p:nvSpPr>
        <p:spPr>
          <a:xfrm>
            <a:off x="551384" y="5373217"/>
            <a:ext cx="5256584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Business in a Box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E5E5E3-30EF-809B-8AC9-EBFD5F061A2F}"/>
              </a:ext>
            </a:extLst>
          </p:cNvPr>
          <p:cNvSpPr/>
          <p:nvPr/>
        </p:nvSpPr>
        <p:spPr>
          <a:xfrm>
            <a:off x="1647825" y="2219326"/>
            <a:ext cx="3009900" cy="196215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96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131BD-B4EC-CF17-5679-8712D615C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D2802A-0F2E-FE52-262A-2069A62F4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561" y="2132856"/>
            <a:ext cx="3676411" cy="2154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BDD81A-1DD0-71B0-7AF9-E2828CDD5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8" y="4128069"/>
            <a:ext cx="5472608" cy="148447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FAD2102-5845-7161-F4EB-4FC2B15D8BB1}"/>
              </a:ext>
            </a:extLst>
          </p:cNvPr>
          <p:cNvSpPr txBox="1"/>
          <p:nvPr/>
        </p:nvSpPr>
        <p:spPr>
          <a:xfrm>
            <a:off x="551384" y="5373217"/>
            <a:ext cx="5256584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Business in a Box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20CBDEA-860A-F54B-3BCD-0DBD946A44ED}"/>
              </a:ext>
            </a:extLst>
          </p:cNvPr>
          <p:cNvGrpSpPr/>
          <p:nvPr/>
        </p:nvGrpSpPr>
        <p:grpSpPr>
          <a:xfrm>
            <a:off x="1246708" y="2780929"/>
            <a:ext cx="1464916" cy="940141"/>
            <a:chOff x="0" y="1713418"/>
            <a:chExt cx="1088095" cy="605611"/>
          </a:xfrm>
          <a:solidFill>
            <a:srgbClr val="0070C0"/>
          </a:solidFill>
        </p:grpSpPr>
        <p:sp>
          <p:nvSpPr>
            <p:cNvPr id="36" name="Arrow: Chevron 35">
              <a:extLst>
                <a:ext uri="{FF2B5EF4-FFF2-40B4-BE49-F238E27FC236}">
                  <a16:creationId xmlns:a16="http://schemas.microsoft.com/office/drawing/2014/main" id="{5C48F529-93DE-B080-D144-41B70A14713E}"/>
                </a:ext>
              </a:extLst>
            </p:cNvPr>
            <p:cNvSpPr/>
            <p:nvPr/>
          </p:nvSpPr>
          <p:spPr>
            <a:xfrm>
              <a:off x="0" y="1713418"/>
              <a:ext cx="1088095" cy="605611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Arrow: Chevron 4">
              <a:extLst>
                <a:ext uri="{FF2B5EF4-FFF2-40B4-BE49-F238E27FC236}">
                  <a16:creationId xmlns:a16="http://schemas.microsoft.com/office/drawing/2014/main" id="{8921CD31-BF1E-D715-8B7C-D4F4F6FFB570}"/>
                </a:ext>
              </a:extLst>
            </p:cNvPr>
            <p:cNvSpPr txBox="1"/>
            <p:nvPr/>
          </p:nvSpPr>
          <p:spPr>
            <a:xfrm>
              <a:off x="302806" y="1713418"/>
              <a:ext cx="482484" cy="60561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6007" tIns="18669" rIns="18669" bIns="1866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15%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C0DDF31-5107-96F4-C055-A32BFCA42DA3}"/>
              </a:ext>
            </a:extLst>
          </p:cNvPr>
          <p:cNvGrpSpPr/>
          <p:nvPr/>
        </p:nvGrpSpPr>
        <p:grpSpPr>
          <a:xfrm>
            <a:off x="119336" y="2780929"/>
            <a:ext cx="1464916" cy="940141"/>
            <a:chOff x="0" y="1713418"/>
            <a:chExt cx="1088095" cy="605611"/>
          </a:xfrm>
          <a:solidFill>
            <a:srgbClr val="00B0F0"/>
          </a:solidFill>
        </p:grpSpPr>
        <p:sp>
          <p:nvSpPr>
            <p:cNvPr id="40" name="Arrow: Chevron 39">
              <a:extLst>
                <a:ext uri="{FF2B5EF4-FFF2-40B4-BE49-F238E27FC236}">
                  <a16:creationId xmlns:a16="http://schemas.microsoft.com/office/drawing/2014/main" id="{3DB9F09D-1B64-97A1-1695-45A2A7715C1C}"/>
                </a:ext>
              </a:extLst>
            </p:cNvPr>
            <p:cNvSpPr/>
            <p:nvPr/>
          </p:nvSpPr>
          <p:spPr>
            <a:xfrm>
              <a:off x="0" y="1713418"/>
              <a:ext cx="1088095" cy="605611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Arrow: Chevron 4">
              <a:extLst>
                <a:ext uri="{FF2B5EF4-FFF2-40B4-BE49-F238E27FC236}">
                  <a16:creationId xmlns:a16="http://schemas.microsoft.com/office/drawing/2014/main" id="{E5C87448-C3F5-C3AB-0E0C-9414365C39AD}"/>
                </a:ext>
              </a:extLst>
            </p:cNvPr>
            <p:cNvSpPr txBox="1"/>
            <p:nvPr/>
          </p:nvSpPr>
          <p:spPr>
            <a:xfrm>
              <a:off x="302806" y="1713418"/>
              <a:ext cx="482484" cy="60561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6007" tIns="18669" rIns="18669" bIns="1866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Join Free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A1CD6F9-1837-DF8B-D405-E8CC804E5729}"/>
              </a:ext>
            </a:extLst>
          </p:cNvPr>
          <p:cNvGrpSpPr/>
          <p:nvPr/>
        </p:nvGrpSpPr>
        <p:grpSpPr>
          <a:xfrm>
            <a:off x="3863753" y="3210065"/>
            <a:ext cx="1482887" cy="598955"/>
            <a:chOff x="0" y="1151248"/>
            <a:chExt cx="1482887" cy="598955"/>
          </a:xfrm>
          <a:solidFill>
            <a:srgbClr val="00B050"/>
          </a:solidFill>
        </p:grpSpPr>
        <p:sp>
          <p:nvSpPr>
            <p:cNvPr id="44" name="Arrow: Chevron 43">
              <a:extLst>
                <a:ext uri="{FF2B5EF4-FFF2-40B4-BE49-F238E27FC236}">
                  <a16:creationId xmlns:a16="http://schemas.microsoft.com/office/drawing/2014/main" id="{A6F78C09-9190-DA5A-8597-BC5664F0BC76}"/>
                </a:ext>
              </a:extLst>
            </p:cNvPr>
            <p:cNvSpPr/>
            <p:nvPr/>
          </p:nvSpPr>
          <p:spPr>
            <a:xfrm>
              <a:off x="0" y="1151248"/>
              <a:ext cx="1482887" cy="59895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Arrow: Chevron 4">
              <a:extLst>
                <a:ext uri="{FF2B5EF4-FFF2-40B4-BE49-F238E27FC236}">
                  <a16:creationId xmlns:a16="http://schemas.microsoft.com/office/drawing/2014/main" id="{F68D4002-DDF9-BD6C-BF64-ED458E47F048}"/>
                </a:ext>
              </a:extLst>
            </p:cNvPr>
            <p:cNvSpPr txBox="1"/>
            <p:nvPr/>
          </p:nvSpPr>
          <p:spPr>
            <a:xfrm>
              <a:off x="299478" y="1151248"/>
              <a:ext cx="883932" cy="598955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4011" tIns="28004" rIns="28004" bIns="28004" numCol="1" spcCol="1270" anchor="ctr" anchorCtr="0">
              <a:noAutofit/>
            </a:bodyPr>
            <a:lstStyle/>
            <a:p>
              <a:pPr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A/Sup FBO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9FE8F0D-E3C6-3F32-39FC-3BA29A8BA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84" y="428018"/>
            <a:ext cx="5706268" cy="27129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E3AB24-F019-5833-3027-D00E008548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5080" y="3156712"/>
            <a:ext cx="2311400" cy="3512649"/>
          </a:xfrm>
          <a:prstGeom prst="rect">
            <a:avLst/>
          </a:prstGeom>
        </p:spPr>
      </p:pic>
      <p:sp>
        <p:nvSpPr>
          <p:cNvPr id="16" name="Left Brace 15">
            <a:extLst>
              <a:ext uri="{FF2B5EF4-FFF2-40B4-BE49-F238E27FC236}">
                <a16:creationId xmlns:a16="http://schemas.microsoft.com/office/drawing/2014/main" id="{B7B1212C-5739-F18A-F2B2-6D36314FC225}"/>
              </a:ext>
            </a:extLst>
          </p:cNvPr>
          <p:cNvSpPr/>
          <p:nvPr/>
        </p:nvSpPr>
        <p:spPr>
          <a:xfrm>
            <a:off x="8012164" y="3212977"/>
            <a:ext cx="195515" cy="3381823"/>
          </a:xfrm>
          <a:prstGeom prst="leftBrace">
            <a:avLst>
              <a:gd name="adj1" fmla="val 8333"/>
              <a:gd name="adj2" fmla="val 48762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DE97FC2-9B49-1BC6-635E-85C7ED677BF6}"/>
              </a:ext>
            </a:extLst>
          </p:cNvPr>
          <p:cNvGraphicFramePr>
            <a:graphicFrameLocks noGrp="1"/>
          </p:cNvGraphicFramePr>
          <p:nvPr/>
        </p:nvGraphicFramePr>
        <p:xfrm>
          <a:off x="5381242" y="3028041"/>
          <a:ext cx="1222853" cy="1830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057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Assistant</a:t>
                      </a:r>
                    </a:p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Supervisor</a:t>
                      </a:r>
                    </a:p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2cc</a:t>
                      </a:r>
                    </a:p>
                  </a:txBody>
                  <a:tcPr marL="91416" marR="91416" marT="45708" marB="45708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B301BBF-AE9D-E201-B544-4656E2D5D521}"/>
              </a:ext>
            </a:extLst>
          </p:cNvPr>
          <p:cNvSpPr txBox="1"/>
          <p:nvPr/>
        </p:nvSpPr>
        <p:spPr>
          <a:xfrm>
            <a:off x="5375920" y="4892015"/>
            <a:ext cx="1225726" cy="5230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799" b="1" dirty="0">
                <a:solidFill>
                  <a:prstClr val="black"/>
                </a:solidFill>
                <a:latin typeface="Calibri" panose="020F0502020204030204"/>
              </a:rPr>
              <a:t>35%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15C711-4921-4B31-9EF6-D1A08A0BE0A8}"/>
              </a:ext>
            </a:extLst>
          </p:cNvPr>
          <p:cNvSpPr txBox="1"/>
          <p:nvPr/>
        </p:nvSpPr>
        <p:spPr>
          <a:xfrm>
            <a:off x="5379959" y="4099928"/>
            <a:ext cx="1196659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1600" b="1" dirty="0">
                <a:solidFill>
                  <a:schemeClr val="bg1"/>
                </a:solidFill>
                <a:latin typeface="Calibri" panose="020F0502020204030204"/>
              </a:rPr>
              <a:t>Next Purchase</a:t>
            </a:r>
          </a:p>
        </p:txBody>
      </p:sp>
      <p:sp>
        <p:nvSpPr>
          <p:cNvPr id="24" name="Rounded Rectangular Callout 3">
            <a:extLst>
              <a:ext uri="{FF2B5EF4-FFF2-40B4-BE49-F238E27FC236}">
                <a16:creationId xmlns:a16="http://schemas.microsoft.com/office/drawing/2014/main" id="{1029BBDF-C6F7-F11E-2709-8DB846D591DA}"/>
              </a:ext>
            </a:extLst>
          </p:cNvPr>
          <p:cNvSpPr/>
          <p:nvPr/>
        </p:nvSpPr>
        <p:spPr>
          <a:xfrm rot="16200000">
            <a:off x="6904967" y="4159233"/>
            <a:ext cx="927788" cy="1051501"/>
          </a:xfrm>
          <a:prstGeom prst="wedgeRoundRectCallout">
            <a:avLst>
              <a:gd name="adj1" fmla="val -20833"/>
              <a:gd name="adj2" fmla="val 55573"/>
              <a:gd name="adj3" fmla="val 16667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7FFCBF-2C6B-872A-49BF-E71F64E9A405}"/>
              </a:ext>
            </a:extLst>
          </p:cNvPr>
          <p:cNvSpPr txBox="1"/>
          <p:nvPr/>
        </p:nvSpPr>
        <p:spPr>
          <a:xfrm>
            <a:off x="6879518" y="4328145"/>
            <a:ext cx="971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</a:rPr>
              <a:t>18 Items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FDCB4D9-89A6-9811-65ED-699EE724F102}"/>
              </a:ext>
            </a:extLst>
          </p:cNvPr>
          <p:cNvSpPr/>
          <p:nvPr/>
        </p:nvSpPr>
        <p:spPr>
          <a:xfrm>
            <a:off x="5513952" y="2204864"/>
            <a:ext cx="851680" cy="802058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26"/>
            <a:endParaRPr lang="en-US" sz="17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CFE589-93B2-37C2-3A8F-7A1A08B3FE7C}"/>
              </a:ext>
            </a:extLst>
          </p:cNvPr>
          <p:cNvSpPr txBox="1"/>
          <p:nvPr/>
        </p:nvSpPr>
        <p:spPr>
          <a:xfrm>
            <a:off x="335361" y="980729"/>
            <a:ext cx="5404603" cy="954107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 START YOUR JOURNEY </a:t>
            </a:r>
          </a:p>
          <a:p>
            <a:pPr algn="ctr"/>
            <a:r>
              <a:rPr lang="en-US" sz="2800" b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= $240</a:t>
            </a:r>
          </a:p>
        </p:txBody>
      </p:sp>
    </p:spTree>
    <p:extLst>
      <p:ext uri="{BB962C8B-B14F-4D97-AF65-F5344CB8AC3E}">
        <p14:creationId xmlns:p14="http://schemas.microsoft.com/office/powerpoint/2010/main" val="381610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  <p:bldP spid="16" grpId="0" animBg="1"/>
      <p:bldP spid="19" grpId="0" animBg="1"/>
      <p:bldP spid="22" grpId="0" animBg="1"/>
      <p:bldP spid="24" grpId="0" animBg="1"/>
      <p:bldP spid="25" grpId="0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283686" y="1322766"/>
            <a:ext cx="5404603" cy="954107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 START YOUR JOURNEY </a:t>
            </a:r>
          </a:p>
          <a:p>
            <a:pPr algn="ctr"/>
            <a:r>
              <a:rPr lang="en-US" sz="2800" b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= $240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837626" y="2194062"/>
          <a:ext cx="1222853" cy="1830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057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Assistant</a:t>
                      </a:r>
                    </a:p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Supervisor</a:t>
                      </a:r>
                    </a:p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2cc</a:t>
                      </a:r>
                    </a:p>
                  </a:txBody>
                  <a:tcPr marL="91416" marR="91416" marT="45708" marB="45708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8832304" y="4058036"/>
            <a:ext cx="1225726" cy="5230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799" b="1" dirty="0">
                <a:solidFill>
                  <a:prstClr val="black"/>
                </a:solidFill>
                <a:latin typeface="Calibri" panose="020F0502020204030204"/>
              </a:rPr>
              <a:t>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6343" y="3265949"/>
            <a:ext cx="1196659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1600" b="1" dirty="0">
                <a:solidFill>
                  <a:schemeClr val="bg1"/>
                </a:solidFill>
                <a:latin typeface="Calibri" panose="020F0502020204030204"/>
              </a:rPr>
              <a:t>Next Purchase</a:t>
            </a:r>
          </a:p>
        </p:txBody>
      </p:sp>
      <p:sp>
        <p:nvSpPr>
          <p:cNvPr id="32" name="Oval 31"/>
          <p:cNvSpPr/>
          <p:nvPr/>
        </p:nvSpPr>
        <p:spPr>
          <a:xfrm>
            <a:off x="8970336" y="1370885"/>
            <a:ext cx="851680" cy="802058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26"/>
            <a:endParaRPr lang="en-US" sz="1799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347" y="2357438"/>
            <a:ext cx="1895217" cy="1895217"/>
          </a:xfrm>
          <a:prstGeom prst="rect">
            <a:avLst/>
          </a:prstGeom>
        </p:spPr>
      </p:pic>
      <p:grpSp>
        <p:nvGrpSpPr>
          <p:cNvPr id="33" name="Group 32"/>
          <p:cNvGrpSpPr/>
          <p:nvPr/>
        </p:nvGrpSpPr>
        <p:grpSpPr>
          <a:xfrm>
            <a:off x="4203039" y="2789802"/>
            <a:ext cx="1464916" cy="940141"/>
            <a:chOff x="0" y="1713418"/>
            <a:chExt cx="1088095" cy="605611"/>
          </a:xfrm>
          <a:solidFill>
            <a:srgbClr val="0070C0"/>
          </a:solidFill>
        </p:grpSpPr>
        <p:sp>
          <p:nvSpPr>
            <p:cNvPr id="35" name="Arrow: Chevron 34"/>
            <p:cNvSpPr/>
            <p:nvPr/>
          </p:nvSpPr>
          <p:spPr>
            <a:xfrm>
              <a:off x="0" y="1713418"/>
              <a:ext cx="1088095" cy="605611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Arrow: Chevron 4"/>
            <p:cNvSpPr txBox="1"/>
            <p:nvPr/>
          </p:nvSpPr>
          <p:spPr>
            <a:xfrm>
              <a:off x="271796" y="1713418"/>
              <a:ext cx="545898" cy="60561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6007" tIns="18669" rIns="18669" bIns="1866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15%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2999656" y="2789802"/>
            <a:ext cx="1464916" cy="940141"/>
            <a:chOff x="0" y="1713418"/>
            <a:chExt cx="1088095" cy="605611"/>
          </a:xfrm>
          <a:solidFill>
            <a:srgbClr val="00B0F0"/>
          </a:solidFill>
        </p:grpSpPr>
        <p:sp>
          <p:nvSpPr>
            <p:cNvPr id="45" name="Arrow: Chevron 44"/>
            <p:cNvSpPr/>
            <p:nvPr/>
          </p:nvSpPr>
          <p:spPr>
            <a:xfrm>
              <a:off x="0" y="1713418"/>
              <a:ext cx="1088095" cy="605611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Arrow: Chevron 4"/>
            <p:cNvSpPr txBox="1"/>
            <p:nvPr/>
          </p:nvSpPr>
          <p:spPr>
            <a:xfrm>
              <a:off x="270400" y="1713418"/>
              <a:ext cx="568375" cy="60561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6007" tIns="18669" rIns="18669" bIns="1866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Join Free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6849364" y="2730704"/>
            <a:ext cx="1910933" cy="1058337"/>
            <a:chOff x="0" y="1151246"/>
            <a:chExt cx="1482887" cy="598957"/>
          </a:xfrm>
          <a:solidFill>
            <a:srgbClr val="00B050"/>
          </a:solidFill>
        </p:grpSpPr>
        <p:sp>
          <p:nvSpPr>
            <p:cNvPr id="49" name="Arrow: Chevron 48"/>
            <p:cNvSpPr/>
            <p:nvPr/>
          </p:nvSpPr>
          <p:spPr>
            <a:xfrm>
              <a:off x="0" y="1151248"/>
              <a:ext cx="1482887" cy="59895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Arrow: Chevron 4"/>
            <p:cNvSpPr txBox="1"/>
            <p:nvPr/>
          </p:nvSpPr>
          <p:spPr>
            <a:xfrm>
              <a:off x="391148" y="1151246"/>
              <a:ext cx="792260" cy="598955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4011" tIns="28004" rIns="28004" bIns="28004" numCol="1" spcCol="1270" anchor="ctr" anchorCtr="0">
              <a:noAutofit/>
            </a:bodyPr>
            <a:lstStyle/>
            <a:p>
              <a:pPr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A/Sup FBO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553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/>
              <a:t>Slide title </a:t>
            </a:r>
            <a:r>
              <a:rPr lang="en-US" dirty="0"/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B866DB-CBD7-CF66-A883-55FAB31AE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27E2D-7C46-C12E-5CFB-7CD3C49631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6356350"/>
            <a:ext cx="987425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1F241B-4EF4-1A00-473E-FB855A9CF7EB}"/>
              </a:ext>
            </a:extLst>
          </p:cNvPr>
          <p:cNvSpPr/>
          <p:nvPr/>
        </p:nvSpPr>
        <p:spPr>
          <a:xfrm>
            <a:off x="1303091" y="1309985"/>
            <a:ext cx="95858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TradingView</a:t>
            </a:r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Training Videos</a:t>
            </a:r>
            <a:endParaRPr 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5917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{7BD4062D-F781-4288-9626-F1B6D3D5FDBC}TF7521aafa-c748-4c40-a498-ba511be234dcfad66335_win32-d98c3dd90b03</Template>
  <TotalTime>43</TotalTime>
  <Words>207</Words>
  <Application>Microsoft Office PowerPoint</Application>
  <PresentationFormat>Widescreen</PresentationFormat>
  <Paragraphs>50</Paragraphs>
  <Slides>7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ADLaM Display</vt:lpstr>
      <vt:lpstr>Arial</vt:lpstr>
      <vt:lpstr>Calibri</vt:lpstr>
      <vt:lpstr>Helvetica</vt:lpstr>
      <vt:lpstr>Tenorite</vt:lpstr>
      <vt:lpstr>Custom</vt:lpstr>
      <vt:lpstr>Business in a Box</vt:lpstr>
      <vt:lpstr>PowerPoint Presentation</vt:lpstr>
      <vt:lpstr>PowerPoint Presentation</vt:lpstr>
      <vt:lpstr>PowerPoint Presentation</vt:lpstr>
      <vt:lpstr>PowerPoint Presentation</vt:lpstr>
      <vt:lpstr>Slide title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Marfa</dc:creator>
  <cp:lastModifiedBy>Antonio Marfa</cp:lastModifiedBy>
  <cp:revision>2</cp:revision>
  <dcterms:created xsi:type="dcterms:W3CDTF">2025-06-21T14:20:51Z</dcterms:created>
  <dcterms:modified xsi:type="dcterms:W3CDTF">2026-07-15T14:04:42Z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